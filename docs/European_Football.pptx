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70" r:id="rId6"/>
    <p:sldId id="271" r:id="rId7"/>
    <p:sldId id="272" r:id="rId8"/>
    <p:sldId id="273" r:id="rId9"/>
    <p:sldId id="274" r:id="rId10"/>
    <p:sldId id="275" r:id="rId11"/>
    <p:sldId id="276" r:id="rId12"/>
    <p:sldId id="277" r:id="rId13"/>
    <p:sldId id="278" r:id="rId14"/>
    <p:sldId id="279" r:id="rId15"/>
    <p:sldId id="28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BFBF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313" autoAdjust="0"/>
    <p:restoredTop sz="94660"/>
  </p:normalViewPr>
  <p:slideViewPr>
    <p:cSldViewPr snapToGrid="0" snapToObjects="1">
      <p:cViewPr>
        <p:scale>
          <a:sx n="75" d="100"/>
          <a:sy n="75" d="100"/>
        </p:scale>
        <p:origin x="274" y="12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ohammed-3tef/European_Football_Leagues_DataWarehouse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42D0B3F1-E87F-E3E4-30A7-21BF8B7B74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81280" y="-91440"/>
            <a:ext cx="12192000" cy="6858000"/>
          </a:xfrm>
          <a:prstGeom prst="rect">
            <a:avLst/>
          </a:prstGeom>
        </p:spPr>
      </p:pic>
      <p:sp>
        <p:nvSpPr>
          <p:cNvPr id="568" name="Google Shape;568;p37"/>
          <p:cNvSpPr txBox="1">
            <a:spLocks/>
          </p:cNvSpPr>
          <p:nvPr/>
        </p:nvSpPr>
        <p:spPr>
          <a:xfrm rot="21599305">
            <a:off x="2581426" y="2561532"/>
            <a:ext cx="7578002" cy="7811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buClr>
                <a:schemeClr val="dk1"/>
              </a:buClr>
              <a:buSzPts val="1100"/>
              <a:buFont typeface="Arial"/>
              <a:buNone/>
            </a:pPr>
            <a:r>
              <a:rPr lang="en-US" sz="3600" b="1" dirty="0">
                <a:latin typeface="Times New Roman" panose="02020603050405020304" pitchFamily="18" charset="0"/>
                <a:ea typeface="Aptos" panose="020B0004020202020204" pitchFamily="34" charset="0"/>
              </a:rPr>
              <a:t>Data Warehouse Project</a:t>
            </a:r>
          </a:p>
          <a:p>
            <a:pPr marL="0" indent="0" algn="ctr">
              <a:spcBef>
                <a:spcPts val="0"/>
              </a:spcBef>
              <a:buClr>
                <a:schemeClr val="dk1"/>
              </a:buClr>
              <a:buSzPts val="1100"/>
              <a:buNone/>
            </a:pPr>
            <a:r>
              <a:rPr lang="en-GB" sz="2400" i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  <a:endParaRPr lang="en-US" sz="2400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  <a:p>
            <a:pPr marL="0" indent="0" algn="ctr">
              <a:spcBef>
                <a:spcPts val="0"/>
              </a:spcBef>
              <a:buClr>
                <a:schemeClr val="dk1"/>
              </a:buClr>
              <a:buSzPts val="1100"/>
              <a:buFont typeface="Arial"/>
              <a:buNone/>
            </a:pPr>
            <a:endParaRPr lang="en-US" sz="1800" b="1" dirty="0">
              <a:latin typeface="Times New Roman" panose="02020603050405020304" pitchFamily="18" charset="0"/>
              <a:ea typeface="Aptos" panose="020B0004020202020204" pitchFamily="34" charset="0"/>
            </a:endParaRPr>
          </a:p>
        </p:txBody>
      </p:sp>
      <p:sp>
        <p:nvSpPr>
          <p:cNvPr id="569" name="Google Shape;569;p37"/>
          <p:cNvSpPr txBox="1">
            <a:spLocks/>
          </p:cNvSpPr>
          <p:nvPr/>
        </p:nvSpPr>
        <p:spPr>
          <a:xfrm rot="21599826">
            <a:off x="2390427" y="1383462"/>
            <a:ext cx="7786127" cy="1279114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</a:pPr>
            <a:r>
              <a:rPr lang="en-GB" b="1" dirty="0">
                <a:latin typeface="Times New Roman" panose="02020603050405020304" pitchFamily="18" charset="0"/>
                <a:ea typeface="Aptos" panose="020B0004020202020204" pitchFamily="34" charset="0"/>
              </a:rPr>
              <a:t>European Football Leagues</a:t>
            </a:r>
            <a:endParaRPr lang="en-GB" sz="9600" dirty="0"/>
          </a:p>
        </p:txBody>
      </p:sp>
      <p:sp>
        <p:nvSpPr>
          <p:cNvPr id="12" name="Google Shape;568;p37">
            <a:extLst>
              <a:ext uri="{FF2B5EF4-FFF2-40B4-BE49-F238E27FC236}">
                <a16:creationId xmlns:a16="http://schemas.microsoft.com/office/drawing/2014/main" id="{4C2A3613-A6F7-C085-3A02-1C29C5EAAF18}"/>
              </a:ext>
            </a:extLst>
          </p:cNvPr>
          <p:cNvSpPr txBox="1">
            <a:spLocks/>
          </p:cNvSpPr>
          <p:nvPr/>
        </p:nvSpPr>
        <p:spPr>
          <a:xfrm rot="21599305">
            <a:off x="2494489" y="3250782"/>
            <a:ext cx="7578002" cy="127875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b="1" dirty="0"/>
              <a:t>Supervised: </a:t>
            </a:r>
            <a:br>
              <a:rPr lang="en-US" b="1" dirty="0"/>
            </a:br>
            <a:r>
              <a:rPr lang="en-US" b="1" dirty="0"/>
              <a:t>Dr. Ali Zidan</a:t>
            </a:r>
            <a:endParaRPr lang="en-US" sz="3600" dirty="0"/>
          </a:p>
          <a:p>
            <a:pPr marL="0" indent="0" algn="ctr">
              <a:spcBef>
                <a:spcPts val="0"/>
              </a:spcBef>
              <a:buClr>
                <a:schemeClr val="dk1"/>
              </a:buClr>
              <a:buSzPts val="1100"/>
              <a:buFont typeface="Arial"/>
              <a:buNone/>
            </a:pPr>
            <a:endParaRPr lang="en-US" sz="1800" b="1" dirty="0">
              <a:latin typeface="Times New Roman" panose="02020603050405020304" pitchFamily="18" charset="0"/>
              <a:ea typeface="Aptos" panose="020B000402020202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91B1FFC-FF6C-CCA6-F288-F633F850311D}"/>
              </a:ext>
            </a:extLst>
          </p:cNvPr>
          <p:cNvSpPr txBox="1"/>
          <p:nvPr/>
        </p:nvSpPr>
        <p:spPr>
          <a:xfrm>
            <a:off x="3520361" y="4517374"/>
            <a:ext cx="617728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i="1" dirty="0"/>
              <a:t>GitHub Repo: </a:t>
            </a:r>
            <a:r>
              <a:rPr lang="en-GB" sz="2000" i="1" u="sng" dirty="0">
                <a:hlinkClick r:id="rId3"/>
              </a:rPr>
              <a:t>https://github.com/Mohammed-3tef/European_Football_Leagues_DataWarehouse</a:t>
            </a:r>
            <a:r>
              <a:rPr lang="en-GB" sz="2800" i="1" kern="100" dirty="0">
                <a:effectLst/>
                <a:ea typeface="Aptos" panose="020B0004020202020204" pitchFamily="34" charset="0"/>
                <a:cs typeface="Arial" panose="020B0604020202020204" pitchFamily="34" charset="0"/>
              </a:rPr>
              <a:t> </a:t>
            </a:r>
            <a:endParaRPr lang="en-US" sz="2800" i="1" kern="100" dirty="0">
              <a:effectLst/>
              <a:ea typeface="Aptos" panose="020B0004020202020204" pitchFamily="34" charset="0"/>
              <a:cs typeface="Arial" panose="020B0604020202020204" pitchFamily="34" charset="0"/>
            </a:endParaRPr>
          </a:p>
        </p:txBody>
      </p:sp>
    </p:spTree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68" grpId="0"/>
      <p:bldP spid="569" grpId="0"/>
      <p:bldP spid="12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625D3F-2326-2320-D80C-5EAF1443DE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078F78A5-67A0-36C6-59CA-64D9848417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357A80E-C3BE-C420-73A6-7E8D6027387C}"/>
              </a:ext>
            </a:extLst>
          </p:cNvPr>
          <p:cNvSpPr txBox="1"/>
          <p:nvPr/>
        </p:nvSpPr>
        <p:spPr>
          <a:xfrm>
            <a:off x="4003040" y="314960"/>
            <a:ext cx="3403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latin typeface="Andalus" panose="02020603050405020304" pitchFamily="18" charset="-78"/>
                <a:cs typeface="Andalus" panose="02020603050405020304" pitchFamily="18" charset="-78"/>
              </a:rPr>
              <a:t>Source ERD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4B409FA-5B18-FA8C-95E6-7526B562DD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200" y="819050"/>
            <a:ext cx="10820400" cy="5896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9236091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3E154A8-A28D-8C35-78AF-53A7F9AC5B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DA7A8E3D-A335-1619-397C-BDB6BCB37C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22C5732-51CE-9DB0-3549-A2002F74822A}"/>
              </a:ext>
            </a:extLst>
          </p:cNvPr>
          <p:cNvSpPr txBox="1"/>
          <p:nvPr/>
        </p:nvSpPr>
        <p:spPr>
          <a:xfrm>
            <a:off x="4394200" y="314960"/>
            <a:ext cx="3403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latin typeface="Andalus" panose="02020603050405020304" pitchFamily="18" charset="-78"/>
                <a:cs typeface="Andalus" panose="02020603050405020304" pitchFamily="18" charset="-78"/>
              </a:rPr>
              <a:t>STG ERD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C1D2389-03D1-1527-620D-2D46076E0C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1760" y="961291"/>
            <a:ext cx="10220960" cy="5608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8585674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BBA91BE-8F64-79AF-9486-73E6F02FFF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FF4F3973-CD00-3FB8-365B-C6505F9B8E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1B7EC29-BA64-4E41-29B6-D3DD492E84E1}"/>
              </a:ext>
            </a:extLst>
          </p:cNvPr>
          <p:cNvSpPr txBox="1"/>
          <p:nvPr/>
        </p:nvSpPr>
        <p:spPr>
          <a:xfrm>
            <a:off x="4394200" y="314960"/>
            <a:ext cx="3403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latin typeface="Andalus" panose="02020603050405020304" pitchFamily="18" charset="-78"/>
                <a:cs typeface="Andalus" panose="02020603050405020304" pitchFamily="18" charset="-78"/>
              </a:rPr>
              <a:t>DWH ERD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C061382-AFB0-46BF-576F-9B2EC174E2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840" y="961290"/>
            <a:ext cx="11369040" cy="5581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9260964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FCB46DB-7A86-BB55-0258-C853300BBC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4AF09B2F-D591-21AA-BEDE-267FD750F6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8947D29-283F-C917-83AC-407256F590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39230" cy="68580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4625776-2BE6-9635-24E1-C165BAC339A3}"/>
              </a:ext>
            </a:extLst>
          </p:cNvPr>
          <p:cNvSpPr txBox="1"/>
          <p:nvPr/>
        </p:nvSpPr>
        <p:spPr>
          <a:xfrm>
            <a:off x="8575040" y="233680"/>
            <a:ext cx="25298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Dashboards</a:t>
            </a:r>
          </a:p>
        </p:txBody>
      </p:sp>
    </p:spTree>
    <p:extLst>
      <p:ext uri="{BB962C8B-B14F-4D97-AF65-F5344CB8AC3E}">
        <p14:creationId xmlns:p14="http://schemas.microsoft.com/office/powerpoint/2010/main" val="512517947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F71F8C2-2D0C-09E2-5237-9705458EE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A563CA17-853A-64BC-F382-4A4951E03D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13978A8-EE48-8C88-A48E-13196C8F2A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567ED9C-4BBF-BC2A-EF73-60F4452ADEAC}"/>
              </a:ext>
            </a:extLst>
          </p:cNvPr>
          <p:cNvSpPr txBox="1"/>
          <p:nvPr/>
        </p:nvSpPr>
        <p:spPr>
          <a:xfrm>
            <a:off x="8696960" y="233680"/>
            <a:ext cx="25298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Dashboards</a:t>
            </a:r>
          </a:p>
        </p:txBody>
      </p:sp>
    </p:spTree>
    <p:extLst>
      <p:ext uri="{BB962C8B-B14F-4D97-AF65-F5344CB8AC3E}">
        <p14:creationId xmlns:p14="http://schemas.microsoft.com/office/powerpoint/2010/main" val="2804868445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F2FEF59-991F-0342-FE4E-7F17FDAD78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7D11DAD6-C6C8-9A61-C373-A2BB3D7EAF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A533E49-F7BE-F4A0-F990-CA41B6841F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9" y="0"/>
            <a:ext cx="12184601" cy="6858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8FB0771-61EB-B9AC-F100-463FB43F8F3D}"/>
              </a:ext>
            </a:extLst>
          </p:cNvPr>
          <p:cNvSpPr txBox="1"/>
          <p:nvPr/>
        </p:nvSpPr>
        <p:spPr>
          <a:xfrm>
            <a:off x="8595360" y="233680"/>
            <a:ext cx="25298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Dashboards</a:t>
            </a:r>
          </a:p>
        </p:txBody>
      </p:sp>
    </p:spTree>
    <p:extLst>
      <p:ext uri="{BB962C8B-B14F-4D97-AF65-F5344CB8AC3E}">
        <p14:creationId xmlns:p14="http://schemas.microsoft.com/office/powerpoint/2010/main" val="2861261539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BDD6B3-2E6F-C851-526D-4873C9991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01AA837A-95AB-5992-336D-8B129AB02A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D6BF3C4-FC99-293E-C3CE-69E2AA73DA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" y="0"/>
            <a:ext cx="12172950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2BFB21D-534C-A28F-FE32-6CADB595B83B}"/>
              </a:ext>
            </a:extLst>
          </p:cNvPr>
          <p:cNvSpPr txBox="1"/>
          <p:nvPr/>
        </p:nvSpPr>
        <p:spPr>
          <a:xfrm>
            <a:off x="8625840" y="233680"/>
            <a:ext cx="25298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Dashboards</a:t>
            </a:r>
          </a:p>
        </p:txBody>
      </p:sp>
    </p:spTree>
    <p:extLst>
      <p:ext uri="{BB962C8B-B14F-4D97-AF65-F5344CB8AC3E}">
        <p14:creationId xmlns:p14="http://schemas.microsoft.com/office/powerpoint/2010/main" val="3548376799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9330B2-1673-EAD4-9179-B4FB1457D3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023882A8-37A7-6E1E-3B4C-E4807EF877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A6007288-F1FD-A3A6-1193-C892AD8383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61" y="0"/>
            <a:ext cx="12079539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92DA374-F1C6-F125-4F2C-255830385AC4}"/>
              </a:ext>
            </a:extLst>
          </p:cNvPr>
          <p:cNvSpPr txBox="1"/>
          <p:nvPr/>
        </p:nvSpPr>
        <p:spPr>
          <a:xfrm>
            <a:off x="8671911" y="233680"/>
            <a:ext cx="25298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Dashboards</a:t>
            </a:r>
          </a:p>
        </p:txBody>
      </p:sp>
    </p:spTree>
    <p:extLst>
      <p:ext uri="{BB962C8B-B14F-4D97-AF65-F5344CB8AC3E}">
        <p14:creationId xmlns:p14="http://schemas.microsoft.com/office/powerpoint/2010/main" val="4111849493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B878912-0763-5250-AA34-3FFC9590EC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47FED9D8-56F6-15BC-5497-BD388A3E88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B94EA68-8B49-E45C-C535-0CB6043379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" y="0"/>
            <a:ext cx="12172950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687C6E4-44B3-516E-9A1C-2C468DF21409}"/>
              </a:ext>
            </a:extLst>
          </p:cNvPr>
          <p:cNvSpPr txBox="1"/>
          <p:nvPr/>
        </p:nvSpPr>
        <p:spPr>
          <a:xfrm>
            <a:off x="8950960" y="223520"/>
            <a:ext cx="25298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Dashboards</a:t>
            </a:r>
          </a:p>
        </p:txBody>
      </p:sp>
    </p:spTree>
    <p:extLst>
      <p:ext uri="{BB962C8B-B14F-4D97-AF65-F5344CB8AC3E}">
        <p14:creationId xmlns:p14="http://schemas.microsoft.com/office/powerpoint/2010/main" val="3776484819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6131EA-C5C1-5A6C-8703-652308269E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6A7F397D-E48C-87BC-EDCE-E7165AA037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547FBDA8-56F1-548B-9D5E-EE775AF44E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85" y="0"/>
            <a:ext cx="12139230" cy="6858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EEF1B35-B532-5183-D890-163959E66DBF}"/>
              </a:ext>
            </a:extLst>
          </p:cNvPr>
          <p:cNvSpPr txBox="1"/>
          <p:nvPr/>
        </p:nvSpPr>
        <p:spPr>
          <a:xfrm>
            <a:off x="8961120" y="233680"/>
            <a:ext cx="25298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Dashboards</a:t>
            </a:r>
          </a:p>
        </p:txBody>
      </p:sp>
    </p:spTree>
    <p:extLst>
      <p:ext uri="{BB962C8B-B14F-4D97-AF65-F5344CB8AC3E}">
        <p14:creationId xmlns:p14="http://schemas.microsoft.com/office/powerpoint/2010/main" val="1668464364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7E00D26-06DF-9C00-235F-69B30D07DC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7A55EE94-2150-9BD3-DD0D-6418D0AADB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1336326-F0D3-5324-5B1B-B4ED10ED7C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37" y="0"/>
            <a:ext cx="12131925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968F053-E86A-94C6-1A7E-8456A945E60A}"/>
              </a:ext>
            </a:extLst>
          </p:cNvPr>
          <p:cNvSpPr txBox="1"/>
          <p:nvPr/>
        </p:nvSpPr>
        <p:spPr>
          <a:xfrm>
            <a:off x="8961120" y="233680"/>
            <a:ext cx="25298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Dashboards</a:t>
            </a:r>
          </a:p>
        </p:txBody>
      </p:sp>
    </p:spTree>
    <p:extLst>
      <p:ext uri="{BB962C8B-B14F-4D97-AF65-F5344CB8AC3E}">
        <p14:creationId xmlns:p14="http://schemas.microsoft.com/office/powerpoint/2010/main" val="382302167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61ABBD8-973C-EF10-A3E7-99C96B11BC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FC7EDE4E-B512-B36E-685E-21E049A575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7642543-6501-37BA-CA4B-9ADC48F7DC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79" y="0"/>
            <a:ext cx="12137042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68BDE9A-2AF0-F714-DF7E-7C68922E9B1F}"/>
              </a:ext>
            </a:extLst>
          </p:cNvPr>
          <p:cNvSpPr txBox="1"/>
          <p:nvPr/>
        </p:nvSpPr>
        <p:spPr>
          <a:xfrm>
            <a:off x="8961120" y="233680"/>
            <a:ext cx="25298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Dashboards</a:t>
            </a:r>
          </a:p>
        </p:txBody>
      </p:sp>
    </p:spTree>
    <p:extLst>
      <p:ext uri="{BB962C8B-B14F-4D97-AF65-F5344CB8AC3E}">
        <p14:creationId xmlns:p14="http://schemas.microsoft.com/office/powerpoint/2010/main" val="4022241377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5C0A5E-AE0A-19A9-3C1C-FD4C9FA7CD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C5CC79D6-51B2-C8E0-55CE-E12ED99921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6F40D0C-A28F-C56A-BE98-89D939280C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85" y="0"/>
            <a:ext cx="12139230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1D58F1C-CA47-EC33-16E3-9BCBB08E319F}"/>
              </a:ext>
            </a:extLst>
          </p:cNvPr>
          <p:cNvSpPr txBox="1"/>
          <p:nvPr/>
        </p:nvSpPr>
        <p:spPr>
          <a:xfrm>
            <a:off x="8961120" y="233680"/>
            <a:ext cx="25298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Dashboards</a:t>
            </a:r>
          </a:p>
        </p:txBody>
      </p:sp>
    </p:spTree>
    <p:extLst>
      <p:ext uri="{BB962C8B-B14F-4D97-AF65-F5344CB8AC3E}">
        <p14:creationId xmlns:p14="http://schemas.microsoft.com/office/powerpoint/2010/main" val="1352070655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5376EB-583B-709A-4A8D-99F2E9EF9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C60E1BF2-5023-76C2-FEFD-CB701FF9B5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1EEB75F-EA6E-BD1B-1936-603D303DC574}"/>
              </a:ext>
            </a:extLst>
          </p:cNvPr>
          <p:cNvSpPr txBox="1"/>
          <p:nvPr/>
        </p:nvSpPr>
        <p:spPr>
          <a:xfrm>
            <a:off x="3139440" y="2905760"/>
            <a:ext cx="6675120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800" dirty="0">
                <a:latin typeface="Andalus" panose="02020603050405020304" pitchFamily="18" charset="-78"/>
                <a:cs typeface="Andalus" panose="02020603050405020304" pitchFamily="18" charset="-78"/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914006902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66</TotalTime>
  <Words>50</Words>
  <Application>Microsoft Office PowerPoint</Application>
  <PresentationFormat>Widescreen</PresentationFormat>
  <Paragraphs>19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Andalus</vt:lpstr>
      <vt:lpstr>Aptos</vt:lpstr>
      <vt:lpstr>Arial</vt:lpstr>
      <vt:lpstr>Calibri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محمد احمد محمد عبدالوهاب</cp:lastModifiedBy>
  <cp:revision>5</cp:revision>
  <dcterms:created xsi:type="dcterms:W3CDTF">2013-01-27T09:14:16Z</dcterms:created>
  <dcterms:modified xsi:type="dcterms:W3CDTF">2026-06-21T21:25:12Z</dcterms:modified>
  <cp:category/>
</cp:coreProperties>
</file>